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83" r:id="rId5"/>
  </p:sldMasterIdLst>
  <p:notesMasterIdLst>
    <p:notesMasterId r:id="rId21"/>
  </p:notesMasterIdLst>
  <p:handoutMasterIdLst>
    <p:handoutMasterId r:id="rId22"/>
  </p:handoutMasterIdLst>
  <p:sldIdLst>
    <p:sldId id="322" r:id="rId6"/>
    <p:sldId id="333" r:id="rId7"/>
    <p:sldId id="304" r:id="rId8"/>
    <p:sldId id="376" r:id="rId9"/>
    <p:sldId id="369" r:id="rId10"/>
    <p:sldId id="343" r:id="rId11"/>
    <p:sldId id="371" r:id="rId12"/>
    <p:sldId id="372" r:id="rId13"/>
    <p:sldId id="373" r:id="rId14"/>
    <p:sldId id="374" r:id="rId15"/>
    <p:sldId id="370" r:id="rId16"/>
    <p:sldId id="302" r:id="rId17"/>
    <p:sldId id="351" r:id="rId18"/>
    <p:sldId id="375" r:id="rId19"/>
    <p:sldId id="354" r:id="rId2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35" autoAdjust="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5/18/2025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5/18/2025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A021-E3B1-11F1-039B-8A7E56320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FE863-F737-1E84-951F-37775DD85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141B8-41A5-73B8-0438-D52DD99A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1B93-9EB9-988A-BF90-D194C3FD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375D8-3C19-3801-3BF9-BB8824E3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853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1127A-2DD4-595A-0DAF-3A673E55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C5CF8-10A3-39FD-343A-679A4C3F4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D806C-9D93-C4B8-DA1B-D83621BB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C83C2-317F-F486-0F08-63C85E68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D044-36FA-1D1E-D79F-E78F9C16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3316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C353-1EEB-EDC5-8896-2FEE947B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928FE-6F8F-39AD-DF1C-A5B3173B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A9C0-A01D-6121-B300-EBA6A180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D915-5944-E3BC-88B9-ABBCBABC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6ACAB-ADB9-8649-A48F-C97DD15C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274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AEBB-09E6-4652-C004-55D6EE0A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FC79-45AD-BBC0-ADC9-FAD11D5B6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FA20B-544B-ECAD-D1F3-DAC48C48F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84F79-F924-561F-DAC1-B09AF90A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96ACC-5357-F962-E538-6CCDAA8E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95198-74BE-E8E0-599E-CFD4D932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3218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DF45-6FA1-CCF2-49B5-442AA125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382BA-382A-F33C-FC7A-2E6D15855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B849E-44B5-91F6-F29E-F0DB9DBF9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7AD34-AC6B-7C41-E3C6-767F42AD1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6D570-A5B4-8360-069C-CAEC2372E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50DEE-D5AC-1B56-821B-A75E6424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286EB8-F55C-D03F-3CFE-06AE1EDD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1F7F2-80DC-6130-4A22-5261EE9D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92455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CCC0-6D4D-E0FA-8CA3-FC897E01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90809-2825-1D33-4E83-41D5456D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5F67E-5C8B-F89A-3EE4-2604E984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CBB01-A676-ECB3-0E92-E02882B5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5387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96961-81FE-7327-2943-030FEF4F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C8F85-7FF6-1AD4-7E72-D95A9D09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2F9E4-E63F-FA95-8A98-99B3AE73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6035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2FFC-A8BE-EC18-4FE8-A33FD1AC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A61B3-C531-BA7D-3DC3-8CA82544F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0C031-6DA3-6C97-EAC0-6037F8344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A7AEC-53E8-0FEC-158A-3374233C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655CD-C920-B978-A5FE-FC24CF66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FE16D-6253-0377-F476-453ADE7A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111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B762-1125-80BE-BA17-B19532B3A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05C2F-125A-A5AF-5E5A-DA03A0B61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67182-721B-45C2-E379-B8118E79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3EE4F-CFC6-BAE1-862E-A52C3FBD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0F633-AA55-917E-DA85-67BBBC47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08A24-B86D-5794-B698-E16DAA58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7312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CC54-5E8F-DE3C-F57A-DC8F10D6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C9DE9-066A-DA5B-BEF1-B1A627378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93B85-F9E9-F852-B1BC-B690B141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6E77-ECDA-DC87-98A3-42CB30D4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35585-B881-4FCC-769B-79BEFF2D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98201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4A797-6B4B-2511-2AF0-7A9FB0F34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B7689-56A8-F0C5-9493-DE5B02377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EA01A-DB9B-4AF6-16AE-7F7F97C0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98FCB-5B2B-1698-E959-260A3BD4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86A79-2406-6757-1444-73308948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5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8CF093-203A-4920-3CDB-FCCEEDE5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29E05-D314-1661-3D06-EB0912586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3C6FF-58E2-FE34-325F-74F6A9EA5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E067E-F342-4FBD-92DA-14C1F571C3F2}" type="datetimeFigureOut">
              <a:rPr lang="en-IN" smtClean="0"/>
              <a:t>18-05-2025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290FC-CBC5-9D48-06E2-A309EBF12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7ED90-5416-9518-1006-19E5F3DFF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72A81-40FC-4121-8E46-4833655D2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60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540" y="467531"/>
            <a:ext cx="5803660" cy="177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marR="3387">
              <a:lnSpc>
                <a:spcPts val="4627"/>
              </a:lnSpc>
              <a:tabLst>
                <a:tab pos="1104955" algn="l"/>
                <a:tab pos="3115466" algn="l"/>
                <a:tab pos="3872424" algn="l"/>
                <a:tab pos="4000277" algn="l"/>
                <a:tab pos="5857110" algn="l"/>
              </a:tabLst>
            </a:pPr>
            <a:r>
              <a:rPr lang="en-US" sz="3600" b="1" spc="-1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mentor Front-End Development Internship </a:t>
            </a:r>
            <a:r>
              <a:rPr sz="3600" b="1" spc="-7" dirty="0">
                <a:solidFill>
                  <a:srgbClr val="FF0000"/>
                </a:solidFill>
              </a:rPr>
              <a:t>:</a:t>
            </a:r>
            <a:br>
              <a:rPr lang="en-US" sz="4000" b="1" spc="-7" dirty="0"/>
            </a:br>
            <a:endParaRPr sz="4000" b="1" spc="-7" dirty="0"/>
          </a:p>
        </p:txBody>
      </p:sp>
      <p:sp>
        <p:nvSpPr>
          <p:cNvPr id="4" name="object 4"/>
          <p:cNvSpPr txBox="1"/>
          <p:nvPr/>
        </p:nvSpPr>
        <p:spPr>
          <a:xfrm>
            <a:off x="743947" y="2369961"/>
            <a:ext cx="5184713" cy="2224541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</a:t>
            </a:r>
            <a:r>
              <a:rPr kumimoji="0" lang="en-US" sz="1800" b="0" i="0" u="none" strike="noStrike" kern="0" cap="none" spc="-3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presentation</a:t>
            </a:r>
            <a:r>
              <a:rPr kumimoji="0" lang="en-US" sz="1800" b="0" i="0" u="none" strike="noStrike" kern="0" cap="none" spc="-3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showcases</a:t>
            </a:r>
            <a:r>
              <a:rPr kumimoji="0" lang="en-US" sz="1800" b="0" i="0" u="none" strike="noStrike" kern="0" cap="none" spc="-3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web</a:t>
            </a:r>
            <a:r>
              <a:rPr kumimoji="0" lang="en-US" sz="1800" b="0" i="0" u="none" strike="noStrike" kern="0" cap="none" spc="-3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development</a:t>
            </a:r>
            <a:r>
              <a:rPr kumimoji="0" lang="en-US" sz="1800" b="0" i="0" u="none" strike="noStrike" kern="0" cap="none" spc="-3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project: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Image Slider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</a:t>
            </a:r>
            <a:r>
              <a:rPr kumimoji="0" lang="en-US" sz="1800" b="0" i="0" u="none" strike="noStrike" kern="0" cap="none" spc="-2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project</a:t>
            </a:r>
            <a:r>
              <a:rPr kumimoji="0" lang="en-US" sz="1800" b="0" i="0" u="none" strike="noStrike" kern="0" cap="none" spc="-2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utilize</a:t>
            </a:r>
            <a:r>
              <a:rPr kumimoji="0" lang="en-US" sz="1800" b="0" i="0" u="none" strike="noStrike" kern="0" cap="none" spc="-2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HTML,</a:t>
            </a:r>
            <a:r>
              <a:rPr kumimoji="0" lang="en-US" sz="1800" b="1" i="0" u="none" strike="noStrike" kern="0" cap="none" spc="-2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1" i="0" u="none" strike="noStrike" kern="0" cap="none" spc="-1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CSS,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lang="en-US" sz="1800" b="1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JavaScript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1800" b="0" i="0" u="none" strike="noStrike" kern="0" cap="none" spc="-1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demonstrating</a:t>
            </a:r>
            <a:r>
              <a:rPr kumimoji="0" lang="en-US" sz="1800" b="0" i="0" u="none" strike="noStrike" kern="0" cap="none" spc="-1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my</a:t>
            </a:r>
            <a:r>
              <a:rPr kumimoji="0" lang="en-US" sz="1800" b="0" i="0" u="none" strike="noStrike" kern="0" cap="none" spc="-1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coding</a:t>
            </a:r>
            <a:r>
              <a:rPr kumimoji="0" lang="en-US" sz="1800" b="0" i="0" u="none" strike="noStrike" kern="0" cap="none" spc="-2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skills</a:t>
            </a:r>
            <a:r>
              <a:rPr kumimoji="0" lang="en-US" sz="1800" b="0" i="0" u="none" strike="noStrike" kern="0" cap="none" spc="-1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lang="en-US" sz="1800" b="0" i="0" u="none" strike="noStrike" kern="0" cap="none" spc="-1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project</a:t>
            </a:r>
            <a:r>
              <a:rPr kumimoji="0" lang="en-US" sz="1800" b="0" i="0" u="none" strike="noStrike" kern="0" cap="none" spc="-1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-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development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experience.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project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highlight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my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ability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create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interactive</a:t>
            </a:r>
            <a:r>
              <a:rPr kumimoji="0" lang="en-US" sz="1800" b="0" i="0" u="none" strike="noStrike" kern="0" cap="none" spc="-3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-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engaging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web</a:t>
            </a:r>
            <a:r>
              <a:rPr kumimoji="0" lang="en-US" sz="1800" b="0" i="0" u="none" strike="noStrike" kern="0" cap="none" spc="-3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applications,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showcasing</a:t>
            </a:r>
            <a:r>
              <a:rPr kumimoji="0" lang="en-US" sz="1800" b="0" i="0" u="none" strike="noStrike" kern="0" cap="none" spc="-2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my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passion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</a:t>
            </a:r>
            <a:r>
              <a:rPr kumimoji="0" lang="en-US" sz="1800" b="0" i="0" u="none" strike="noStrike" kern="0" cap="none" spc="-2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web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development</a:t>
            </a:r>
            <a:r>
              <a:rPr kumimoji="0" lang="en-US" sz="1800" b="0" i="0" u="none" strike="noStrike" kern="0" cap="none" spc="-2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lang="en-US" sz="1800" b="0" i="0" u="none" strike="noStrike" kern="0" cap="none" spc="-2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-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commitment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lang="en-US" sz="1800" b="0" i="0" u="none" strike="noStrike" kern="0" cap="none" spc="-1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building</a:t>
            </a:r>
            <a:r>
              <a:rPr kumimoji="0" lang="en-US" sz="1800" b="0" i="0" u="none" strike="noStrike" kern="0" cap="none" spc="-1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-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high-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quality,</a:t>
            </a:r>
            <a:r>
              <a:rPr kumimoji="0" lang="en-US" sz="1800" b="0" i="0" u="none" strike="noStrike" kern="0" cap="none" spc="-13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user-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friendly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800" b="0" i="0" u="none" strike="noStrike" kern="0" cap="none" spc="-7" normalizeH="0" baseline="0" noProof="0" dirty="0">
                <a:ln>
                  <a:noFill/>
                </a:ln>
                <a:solidFill>
                  <a:srgbClr val="45424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website.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8323" y="5467054"/>
            <a:ext cx="309033" cy="309033"/>
            <a:chOff x="987484" y="8200580"/>
            <a:chExt cx="463550" cy="463550"/>
          </a:xfrm>
        </p:grpSpPr>
        <p:sp>
          <p:nvSpPr>
            <p:cNvPr id="6" name="object 6"/>
            <p:cNvSpPr/>
            <p:nvPr/>
          </p:nvSpPr>
          <p:spPr>
            <a:xfrm>
              <a:off x="992237" y="8205343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226790" y="0"/>
                  </a:moveTo>
                  <a:lnTo>
                    <a:pt x="181083" y="4607"/>
                  </a:lnTo>
                  <a:lnTo>
                    <a:pt x="138512" y="17822"/>
                  </a:lnTo>
                  <a:lnTo>
                    <a:pt x="99989" y="38731"/>
                  </a:lnTo>
                  <a:lnTo>
                    <a:pt x="66424" y="66424"/>
                  </a:lnTo>
                  <a:lnTo>
                    <a:pt x="38731" y="99987"/>
                  </a:lnTo>
                  <a:lnTo>
                    <a:pt x="17822" y="138510"/>
                  </a:lnTo>
                  <a:lnTo>
                    <a:pt x="4607" y="181079"/>
                  </a:lnTo>
                  <a:lnTo>
                    <a:pt x="0" y="226783"/>
                  </a:lnTo>
                  <a:lnTo>
                    <a:pt x="4607" y="272496"/>
                  </a:lnTo>
                  <a:lnTo>
                    <a:pt x="17822" y="315080"/>
                  </a:lnTo>
                  <a:lnTo>
                    <a:pt x="38731" y="353621"/>
                  </a:lnTo>
                  <a:lnTo>
                    <a:pt x="66424" y="387205"/>
                  </a:lnTo>
                  <a:lnTo>
                    <a:pt x="99989" y="414917"/>
                  </a:lnTo>
                  <a:lnTo>
                    <a:pt x="138512" y="435843"/>
                  </a:lnTo>
                  <a:lnTo>
                    <a:pt x="181083" y="449070"/>
                  </a:lnTo>
                  <a:lnTo>
                    <a:pt x="226790" y="453682"/>
                  </a:lnTo>
                  <a:lnTo>
                    <a:pt x="272500" y="449070"/>
                  </a:lnTo>
                  <a:lnTo>
                    <a:pt x="315082" y="435843"/>
                  </a:lnTo>
                  <a:lnTo>
                    <a:pt x="353621" y="414917"/>
                  </a:lnTo>
                  <a:lnTo>
                    <a:pt x="387203" y="387205"/>
                  </a:lnTo>
                  <a:lnTo>
                    <a:pt x="414913" y="353621"/>
                  </a:lnTo>
                  <a:lnTo>
                    <a:pt x="435838" y="315080"/>
                  </a:lnTo>
                  <a:lnTo>
                    <a:pt x="449064" y="272496"/>
                  </a:lnTo>
                  <a:lnTo>
                    <a:pt x="453675" y="226783"/>
                  </a:lnTo>
                  <a:lnTo>
                    <a:pt x="449064" y="181079"/>
                  </a:lnTo>
                  <a:lnTo>
                    <a:pt x="435838" y="138510"/>
                  </a:lnTo>
                  <a:lnTo>
                    <a:pt x="414913" y="99987"/>
                  </a:lnTo>
                  <a:lnTo>
                    <a:pt x="387203" y="66424"/>
                  </a:lnTo>
                  <a:lnTo>
                    <a:pt x="353621" y="38731"/>
                  </a:lnTo>
                  <a:lnTo>
                    <a:pt x="315082" y="17822"/>
                  </a:lnTo>
                  <a:lnTo>
                    <a:pt x="272500" y="4607"/>
                  </a:lnTo>
                  <a:lnTo>
                    <a:pt x="226790" y="0"/>
                  </a:lnTo>
                  <a:close/>
                </a:path>
              </a:pathLst>
            </a:custGeom>
            <a:solidFill>
              <a:srgbClr val="172F18"/>
            </a:solidFill>
          </p:spPr>
          <p:txBody>
            <a:bodyPr wrap="square" lIns="0" tIns="0" rIns="0" bIns="0" rtlCol="0"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87484" y="8200580"/>
              <a:ext cx="463550" cy="463550"/>
            </a:xfrm>
            <a:custGeom>
              <a:avLst/>
              <a:gdLst/>
              <a:ahLst/>
              <a:cxnLst/>
              <a:rect l="l" t="t" r="r" b="b"/>
              <a:pathLst>
                <a:path w="463550" h="463550">
                  <a:moveTo>
                    <a:pt x="228560" y="462892"/>
                  </a:moveTo>
                  <a:lnTo>
                    <a:pt x="228875" y="463207"/>
                  </a:lnTo>
                  <a:lnTo>
                    <a:pt x="232652" y="463207"/>
                  </a:lnTo>
                  <a:lnTo>
                    <a:pt x="228560" y="462892"/>
                  </a:lnTo>
                  <a:close/>
                </a:path>
                <a:path w="463550" h="463550">
                  <a:moveTo>
                    <a:pt x="231637" y="453682"/>
                  </a:moveTo>
                  <a:lnTo>
                    <a:pt x="228875" y="453682"/>
                  </a:lnTo>
                  <a:lnTo>
                    <a:pt x="226780" y="455764"/>
                  </a:lnTo>
                  <a:lnTo>
                    <a:pt x="226780" y="461111"/>
                  </a:lnTo>
                  <a:lnTo>
                    <a:pt x="228560" y="462892"/>
                  </a:lnTo>
                  <a:lnTo>
                    <a:pt x="232652" y="463207"/>
                  </a:lnTo>
                  <a:lnTo>
                    <a:pt x="231637" y="463207"/>
                  </a:lnTo>
                  <a:lnTo>
                    <a:pt x="231637" y="453682"/>
                  </a:lnTo>
                  <a:close/>
                </a:path>
                <a:path w="463550" h="463550">
                  <a:moveTo>
                    <a:pt x="456237" y="227355"/>
                  </a:moveTo>
                  <a:lnTo>
                    <a:pt x="454618" y="228219"/>
                  </a:lnTo>
                  <a:lnTo>
                    <a:pt x="453570" y="229844"/>
                  </a:lnTo>
                  <a:lnTo>
                    <a:pt x="453570" y="231648"/>
                  </a:lnTo>
                  <a:lnTo>
                    <a:pt x="449061" y="276382"/>
                  </a:lnTo>
                  <a:lnTo>
                    <a:pt x="436130" y="318054"/>
                  </a:lnTo>
                  <a:lnTo>
                    <a:pt x="415667" y="355769"/>
                  </a:lnTo>
                  <a:lnTo>
                    <a:pt x="388562" y="388632"/>
                  </a:lnTo>
                  <a:lnTo>
                    <a:pt x="355706" y="415750"/>
                  </a:lnTo>
                  <a:lnTo>
                    <a:pt x="317990" y="436227"/>
                  </a:lnTo>
                  <a:lnTo>
                    <a:pt x="276305" y="449169"/>
                  </a:lnTo>
                  <a:lnTo>
                    <a:pt x="231637" y="453682"/>
                  </a:lnTo>
                  <a:lnTo>
                    <a:pt x="231637" y="463207"/>
                  </a:lnTo>
                  <a:lnTo>
                    <a:pt x="230629" y="463207"/>
                  </a:lnTo>
                  <a:lnTo>
                    <a:pt x="233752" y="462892"/>
                  </a:lnTo>
                  <a:lnTo>
                    <a:pt x="234524" y="462892"/>
                  </a:lnTo>
                  <a:lnTo>
                    <a:pt x="236305" y="461111"/>
                  </a:lnTo>
                  <a:lnTo>
                    <a:pt x="236305" y="455764"/>
                  </a:lnTo>
                  <a:lnTo>
                    <a:pt x="234209" y="453682"/>
                  </a:lnTo>
                  <a:lnTo>
                    <a:pt x="293495" y="453682"/>
                  </a:lnTo>
                  <a:lnTo>
                    <a:pt x="360993" y="423614"/>
                  </a:lnTo>
                  <a:lnTo>
                    <a:pt x="395302" y="395336"/>
                  </a:lnTo>
                  <a:lnTo>
                    <a:pt x="423607" y="361057"/>
                  </a:lnTo>
                  <a:lnTo>
                    <a:pt x="444978" y="321711"/>
                  </a:lnTo>
                  <a:lnTo>
                    <a:pt x="458482" y="278229"/>
                  </a:lnTo>
                  <a:lnTo>
                    <a:pt x="462757" y="235839"/>
                  </a:lnTo>
                  <a:lnTo>
                    <a:pt x="460523" y="235839"/>
                  </a:lnTo>
                  <a:lnTo>
                    <a:pt x="458428" y="231648"/>
                  </a:lnTo>
                  <a:lnTo>
                    <a:pt x="457481" y="229844"/>
                  </a:lnTo>
                  <a:lnTo>
                    <a:pt x="456237" y="227355"/>
                  </a:lnTo>
                  <a:close/>
                </a:path>
                <a:path w="463550" h="463550">
                  <a:moveTo>
                    <a:pt x="234524" y="462892"/>
                  </a:moveTo>
                  <a:lnTo>
                    <a:pt x="233752" y="462892"/>
                  </a:lnTo>
                  <a:lnTo>
                    <a:pt x="230629" y="463207"/>
                  </a:lnTo>
                  <a:lnTo>
                    <a:pt x="234209" y="463207"/>
                  </a:lnTo>
                  <a:lnTo>
                    <a:pt x="234524" y="462892"/>
                  </a:lnTo>
                  <a:close/>
                </a:path>
                <a:path w="463550" h="463550">
                  <a:moveTo>
                    <a:pt x="231542" y="0"/>
                  </a:moveTo>
                  <a:lnTo>
                    <a:pt x="184337" y="4762"/>
                  </a:lnTo>
                  <a:lnTo>
                    <a:pt x="184712" y="4762"/>
                  </a:lnTo>
                  <a:lnTo>
                    <a:pt x="141435" y="18203"/>
                  </a:lnTo>
                  <a:lnTo>
                    <a:pt x="102104" y="39558"/>
                  </a:lnTo>
                  <a:lnTo>
                    <a:pt x="67831" y="67838"/>
                  </a:lnTo>
                  <a:lnTo>
                    <a:pt x="39550" y="102110"/>
                  </a:lnTo>
                  <a:lnTo>
                    <a:pt x="18194" y="141440"/>
                  </a:lnTo>
                  <a:lnTo>
                    <a:pt x="4696" y="184897"/>
                  </a:lnTo>
                  <a:lnTo>
                    <a:pt x="161" y="229844"/>
                  </a:lnTo>
                  <a:lnTo>
                    <a:pt x="0" y="231648"/>
                  </a:lnTo>
                  <a:lnTo>
                    <a:pt x="4696" y="278229"/>
                  </a:lnTo>
                  <a:lnTo>
                    <a:pt x="18195" y="321711"/>
                  </a:lnTo>
                  <a:lnTo>
                    <a:pt x="39555" y="361057"/>
                  </a:lnTo>
                  <a:lnTo>
                    <a:pt x="67843" y="395336"/>
                  </a:lnTo>
                  <a:lnTo>
                    <a:pt x="102127" y="423614"/>
                  </a:lnTo>
                  <a:lnTo>
                    <a:pt x="141476" y="444957"/>
                  </a:lnTo>
                  <a:lnTo>
                    <a:pt x="184956" y="458431"/>
                  </a:lnTo>
                  <a:lnTo>
                    <a:pt x="228560" y="462892"/>
                  </a:lnTo>
                  <a:lnTo>
                    <a:pt x="226780" y="461111"/>
                  </a:lnTo>
                  <a:lnTo>
                    <a:pt x="226780" y="455764"/>
                  </a:lnTo>
                  <a:lnTo>
                    <a:pt x="228875" y="453682"/>
                  </a:lnTo>
                  <a:lnTo>
                    <a:pt x="231542" y="453682"/>
                  </a:lnTo>
                  <a:lnTo>
                    <a:pt x="186808" y="449169"/>
                  </a:lnTo>
                  <a:lnTo>
                    <a:pt x="145139" y="436227"/>
                  </a:lnTo>
                  <a:lnTo>
                    <a:pt x="107430" y="415750"/>
                  </a:lnTo>
                  <a:lnTo>
                    <a:pt x="74573" y="388632"/>
                  </a:lnTo>
                  <a:lnTo>
                    <a:pt x="47463" y="355769"/>
                  </a:lnTo>
                  <a:lnTo>
                    <a:pt x="26990" y="318054"/>
                  </a:lnTo>
                  <a:lnTo>
                    <a:pt x="14048" y="276382"/>
                  </a:lnTo>
                  <a:lnTo>
                    <a:pt x="9524" y="231648"/>
                  </a:lnTo>
                  <a:lnTo>
                    <a:pt x="9850" y="228219"/>
                  </a:lnTo>
                  <a:lnTo>
                    <a:pt x="14020" y="186880"/>
                  </a:lnTo>
                  <a:lnTo>
                    <a:pt x="26954" y="145184"/>
                  </a:lnTo>
                  <a:lnTo>
                    <a:pt x="47429" y="107453"/>
                  </a:lnTo>
                  <a:lnTo>
                    <a:pt x="74548" y="74580"/>
                  </a:lnTo>
                  <a:lnTo>
                    <a:pt x="107413" y="47458"/>
                  </a:lnTo>
                  <a:lnTo>
                    <a:pt x="145131" y="26979"/>
                  </a:lnTo>
                  <a:lnTo>
                    <a:pt x="186805" y="14037"/>
                  </a:lnTo>
                  <a:lnTo>
                    <a:pt x="231542" y="9525"/>
                  </a:lnTo>
                  <a:lnTo>
                    <a:pt x="230113" y="9525"/>
                  </a:lnTo>
                  <a:lnTo>
                    <a:pt x="228685" y="8851"/>
                  </a:lnTo>
                  <a:lnTo>
                    <a:pt x="227827" y="7708"/>
                  </a:lnTo>
                  <a:lnTo>
                    <a:pt x="231542" y="4762"/>
                  </a:lnTo>
                  <a:lnTo>
                    <a:pt x="231542" y="0"/>
                  </a:lnTo>
                  <a:close/>
                </a:path>
                <a:path w="463550" h="463550">
                  <a:moveTo>
                    <a:pt x="293495" y="453682"/>
                  </a:moveTo>
                  <a:lnTo>
                    <a:pt x="234209" y="453682"/>
                  </a:lnTo>
                  <a:lnTo>
                    <a:pt x="236305" y="455764"/>
                  </a:lnTo>
                  <a:lnTo>
                    <a:pt x="236305" y="461111"/>
                  </a:lnTo>
                  <a:lnTo>
                    <a:pt x="234524" y="462892"/>
                  </a:lnTo>
                  <a:lnTo>
                    <a:pt x="233752" y="462892"/>
                  </a:lnTo>
                  <a:lnTo>
                    <a:pt x="277997" y="458431"/>
                  </a:lnTo>
                  <a:lnTo>
                    <a:pt x="278193" y="458431"/>
                  </a:lnTo>
                  <a:lnTo>
                    <a:pt x="293495" y="453682"/>
                  </a:lnTo>
                  <a:close/>
                </a:path>
                <a:path w="463550" h="463550">
                  <a:moveTo>
                    <a:pt x="462767" y="227355"/>
                  </a:moveTo>
                  <a:lnTo>
                    <a:pt x="456237" y="227355"/>
                  </a:lnTo>
                  <a:lnTo>
                    <a:pt x="457481" y="229844"/>
                  </a:lnTo>
                  <a:lnTo>
                    <a:pt x="458428" y="231648"/>
                  </a:lnTo>
                  <a:lnTo>
                    <a:pt x="460523" y="235839"/>
                  </a:lnTo>
                  <a:lnTo>
                    <a:pt x="462142" y="234975"/>
                  </a:lnTo>
                  <a:lnTo>
                    <a:pt x="462973" y="233696"/>
                  </a:lnTo>
                  <a:lnTo>
                    <a:pt x="463180" y="231648"/>
                  </a:lnTo>
                  <a:lnTo>
                    <a:pt x="462854" y="228219"/>
                  </a:lnTo>
                  <a:lnTo>
                    <a:pt x="462767" y="227355"/>
                  </a:lnTo>
                  <a:close/>
                </a:path>
                <a:path w="463550" h="463550">
                  <a:moveTo>
                    <a:pt x="462973" y="233696"/>
                  </a:moveTo>
                  <a:lnTo>
                    <a:pt x="462142" y="234975"/>
                  </a:lnTo>
                  <a:lnTo>
                    <a:pt x="460523" y="235839"/>
                  </a:lnTo>
                  <a:lnTo>
                    <a:pt x="462757" y="235839"/>
                  </a:lnTo>
                  <a:lnTo>
                    <a:pt x="462973" y="233696"/>
                  </a:lnTo>
                  <a:close/>
                </a:path>
                <a:path w="463550" h="463550">
                  <a:moveTo>
                    <a:pt x="463190" y="231648"/>
                  </a:moveTo>
                  <a:lnTo>
                    <a:pt x="463007" y="233362"/>
                  </a:lnTo>
                  <a:lnTo>
                    <a:pt x="462973" y="233696"/>
                  </a:lnTo>
                  <a:lnTo>
                    <a:pt x="463190" y="233362"/>
                  </a:lnTo>
                  <a:lnTo>
                    <a:pt x="463190" y="231648"/>
                  </a:lnTo>
                  <a:close/>
                </a:path>
                <a:path w="463550" h="463550">
                  <a:moveTo>
                    <a:pt x="233369" y="184"/>
                  </a:moveTo>
                  <a:lnTo>
                    <a:pt x="234400" y="660"/>
                  </a:lnTo>
                  <a:lnTo>
                    <a:pt x="235257" y="1803"/>
                  </a:lnTo>
                  <a:lnTo>
                    <a:pt x="231542" y="4762"/>
                  </a:lnTo>
                  <a:lnTo>
                    <a:pt x="231542" y="9525"/>
                  </a:lnTo>
                  <a:lnTo>
                    <a:pt x="276309" y="14037"/>
                  </a:lnTo>
                  <a:lnTo>
                    <a:pt x="318004" y="26979"/>
                  </a:lnTo>
                  <a:lnTo>
                    <a:pt x="355731" y="47458"/>
                  </a:lnTo>
                  <a:lnTo>
                    <a:pt x="388597" y="74580"/>
                  </a:lnTo>
                  <a:lnTo>
                    <a:pt x="415708" y="107453"/>
                  </a:lnTo>
                  <a:lnTo>
                    <a:pt x="436170" y="145184"/>
                  </a:lnTo>
                  <a:lnTo>
                    <a:pt x="449089" y="186880"/>
                  </a:lnTo>
                  <a:lnTo>
                    <a:pt x="453570" y="231648"/>
                  </a:lnTo>
                  <a:lnTo>
                    <a:pt x="453570" y="229844"/>
                  </a:lnTo>
                  <a:lnTo>
                    <a:pt x="454618" y="228219"/>
                  </a:lnTo>
                  <a:lnTo>
                    <a:pt x="456237" y="227355"/>
                  </a:lnTo>
                  <a:lnTo>
                    <a:pt x="462767" y="227355"/>
                  </a:lnTo>
                  <a:lnTo>
                    <a:pt x="458483" y="184897"/>
                  </a:lnTo>
                  <a:lnTo>
                    <a:pt x="444984" y="141440"/>
                  </a:lnTo>
                  <a:lnTo>
                    <a:pt x="423624" y="102110"/>
                  </a:lnTo>
                  <a:lnTo>
                    <a:pt x="395336" y="67838"/>
                  </a:lnTo>
                  <a:lnTo>
                    <a:pt x="361052" y="39558"/>
                  </a:lnTo>
                  <a:lnTo>
                    <a:pt x="321704" y="18203"/>
                  </a:lnTo>
                  <a:lnTo>
                    <a:pt x="278404" y="4762"/>
                  </a:lnTo>
                  <a:lnTo>
                    <a:pt x="278779" y="4762"/>
                  </a:lnTo>
                  <a:lnTo>
                    <a:pt x="233369" y="184"/>
                  </a:lnTo>
                  <a:close/>
                </a:path>
                <a:path w="463550" h="463550">
                  <a:moveTo>
                    <a:pt x="231542" y="4762"/>
                  </a:moveTo>
                  <a:lnTo>
                    <a:pt x="227827" y="7708"/>
                  </a:lnTo>
                  <a:lnTo>
                    <a:pt x="228685" y="8851"/>
                  </a:lnTo>
                  <a:lnTo>
                    <a:pt x="230113" y="9525"/>
                  </a:lnTo>
                  <a:lnTo>
                    <a:pt x="231542" y="9525"/>
                  </a:lnTo>
                  <a:lnTo>
                    <a:pt x="231542" y="4762"/>
                  </a:lnTo>
                  <a:close/>
                </a:path>
                <a:path w="463550" h="463550">
                  <a:moveTo>
                    <a:pt x="231542" y="0"/>
                  </a:moveTo>
                  <a:lnTo>
                    <a:pt x="231542" y="4762"/>
                  </a:lnTo>
                  <a:lnTo>
                    <a:pt x="235257" y="1803"/>
                  </a:lnTo>
                  <a:lnTo>
                    <a:pt x="234400" y="660"/>
                  </a:lnTo>
                  <a:lnTo>
                    <a:pt x="233369" y="184"/>
                  </a:lnTo>
                  <a:lnTo>
                    <a:pt x="231542" y="0"/>
                  </a:lnTo>
                  <a:close/>
                </a:path>
                <a:path w="463550" h="463550">
                  <a:moveTo>
                    <a:pt x="232971" y="0"/>
                  </a:moveTo>
                  <a:lnTo>
                    <a:pt x="231542" y="0"/>
                  </a:lnTo>
                  <a:lnTo>
                    <a:pt x="233369" y="184"/>
                  </a:lnTo>
                  <a:lnTo>
                    <a:pt x="2329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0804" y="5566096"/>
            <a:ext cx="84243" cy="179109"/>
          </a:xfrm>
          <a:prstGeom prst="rect">
            <a:avLst/>
          </a:prstGeom>
        </p:spPr>
        <p:txBody>
          <a:bodyPr vert="horz" wrap="square" lIns="0" tIns="24977" rIns="0" bIns="0" rtlCol="0">
            <a:spAutoFit/>
          </a:bodyPr>
          <a:lstStyle/>
          <a:p>
            <a:pPr marL="12701" marR="3387" lvl="0" indent="-4657" algn="l" defTabSz="609630" rtl="0" eaLnBrk="1" fontAlgn="auto" latinLnBrk="0" hangingPunct="1">
              <a:lnSpc>
                <a:spcPts val="627"/>
              </a:lnSpc>
              <a:spcBef>
                <a:spcPts val="19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3" b="0" i="0" u="none" strike="noStrike" kern="0" cap="none" spc="-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 R</a:t>
            </a:r>
            <a:endParaRPr kumimoji="0" sz="633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5471" y="5423300"/>
            <a:ext cx="2827020" cy="604375"/>
          </a:xfrm>
          <a:prstGeom prst="rect">
            <a:avLst/>
          </a:prstGeom>
        </p:spPr>
        <p:txBody>
          <a:bodyPr vert="horz" wrap="square" lIns="0" tIns="52493" rIns="0" bIns="0" rtlCol="0">
            <a:spAutoFit/>
          </a:bodyPr>
          <a:lstStyle/>
          <a:p>
            <a:pPr marL="102875" marR="0" lvl="0" indent="0" algn="l" defTabSz="609630" rtl="0" eaLnBrk="1" fontAlgn="auto" latinLnBrk="0" hangingPunct="1">
              <a:lnSpc>
                <a:spcPct val="100000"/>
              </a:lnSpc>
              <a:spcBef>
                <a:spcPts val="4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33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833" b="1" i="0" u="none" strike="noStrike" kern="0" cap="none" spc="-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33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Mandadi</a:t>
            </a:r>
            <a:r>
              <a:rPr kumimoji="0" sz="1833" b="1" i="0" u="none" strike="noStrike" kern="0" cap="none" spc="-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33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Rohit</a:t>
            </a:r>
            <a:r>
              <a:rPr kumimoji="0" sz="1833" b="1" i="0" u="none" strike="noStrike" kern="0" cap="none" spc="-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33" b="1" i="0" u="none" strike="noStrike" kern="0" cap="none" spc="-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Reddy</a:t>
            </a:r>
            <a:endParaRPr kumimoji="0" sz="1833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467" marR="0" lvl="0" indent="0" algn="l" defTabSz="609630" rtl="0" eaLnBrk="1" fontAlgn="auto" latinLnBrk="0" hangingPunct="1">
              <a:lnSpc>
                <a:spcPct val="100000"/>
              </a:lnSpc>
              <a:spcBef>
                <a:spcPts val="28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Internship</a:t>
            </a:r>
            <a:r>
              <a:rPr kumimoji="0" sz="1500" b="1" i="0" u="none" strike="noStrike" kern="0" cap="none" spc="-3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ID:</a:t>
            </a:r>
            <a:r>
              <a:rPr kumimoji="0" sz="1500" b="1" i="0" u="none" strike="noStrike" kern="0" cap="none" spc="-33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500" b="1" i="0" u="none" strike="noStrike" kern="0" cap="none" spc="-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UMIP278665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3E4B8AED-91FD-7B68-D73E-5A309759C0F7}"/>
              </a:ext>
            </a:extLst>
          </p:cNvPr>
          <p:cNvSpPr/>
          <p:nvPr/>
        </p:nvSpPr>
        <p:spPr>
          <a:xfrm>
            <a:off x="6263341" y="2494665"/>
            <a:ext cx="3100341" cy="1981200"/>
          </a:xfrm>
          <a:prstGeom prst="diamond">
            <a:avLst/>
          </a:prstGeom>
          <a:ln>
            <a:solidFill>
              <a:srgbClr val="0070C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67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Web Development Showcase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C32AD38-B50A-CC95-079B-58339DA6F2A4}"/>
              </a:ext>
            </a:extLst>
          </p:cNvPr>
          <p:cNvSpPr/>
          <p:nvPr/>
        </p:nvSpPr>
        <p:spPr>
          <a:xfrm>
            <a:off x="6764380" y="1387205"/>
            <a:ext cx="1416794" cy="812800"/>
          </a:xfrm>
          <a:prstGeom prst="diamond">
            <a:avLst/>
          </a:prstGeom>
          <a:solidFill>
            <a:srgbClr val="92D050"/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Music Player</a:t>
            </a:r>
            <a:endParaRPr kumimoji="0" lang="en-IN" sz="1333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706C26DF-B02C-05E5-E6C6-D477D1B98499}"/>
              </a:ext>
            </a:extLst>
          </p:cNvPr>
          <p:cNvSpPr/>
          <p:nvPr/>
        </p:nvSpPr>
        <p:spPr>
          <a:xfrm>
            <a:off x="5639641" y="1381115"/>
            <a:ext cx="1373635" cy="812800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Recipe Book</a:t>
            </a:r>
            <a:endParaRPr kumimoji="0" lang="en-IN" sz="1333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86BD3411-5DEC-95FF-0CF5-1492EB624752}"/>
              </a:ext>
            </a:extLst>
          </p:cNvPr>
          <p:cNvSpPr/>
          <p:nvPr/>
        </p:nvSpPr>
        <p:spPr>
          <a:xfrm>
            <a:off x="9296400" y="1416650"/>
            <a:ext cx="1525186" cy="812800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Info</a:t>
            </a:r>
          </a:p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Graphics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CA06A9B7-09A0-A8C9-C29E-1276BC4C62B6}"/>
              </a:ext>
            </a:extLst>
          </p:cNvPr>
          <p:cNvSpPr/>
          <p:nvPr/>
        </p:nvSpPr>
        <p:spPr>
          <a:xfrm>
            <a:off x="7996491" y="1387205"/>
            <a:ext cx="1739856" cy="81280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Interactive Resume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2FF69CDF-8DCB-881B-9C0F-EB042402C594}"/>
              </a:ext>
            </a:extLst>
          </p:cNvPr>
          <p:cNvSpPr/>
          <p:nvPr/>
        </p:nvSpPr>
        <p:spPr>
          <a:xfrm>
            <a:off x="10342997" y="1409536"/>
            <a:ext cx="1696603" cy="812800"/>
          </a:xfrm>
          <a:prstGeom prst="diamond">
            <a:avLst/>
          </a:prstGeom>
          <a:solidFill>
            <a:schemeClr val="accent5"/>
          </a:solidFill>
          <a:ln w="5715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Virtual Pet Simu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926ABF10-4CEE-3016-2B17-F1601EB16E01}"/>
              </a:ext>
            </a:extLst>
          </p:cNvPr>
          <p:cNvSpPr/>
          <p:nvPr/>
        </p:nvSpPr>
        <p:spPr>
          <a:xfrm>
            <a:off x="6655989" y="438678"/>
            <a:ext cx="1525186" cy="812800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 Portfolio 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F4F3B57-EBE3-1250-84B1-1DD391DC3AC5}"/>
              </a:ext>
            </a:extLst>
          </p:cNvPr>
          <p:cNvSpPr/>
          <p:nvPr/>
        </p:nvSpPr>
        <p:spPr>
          <a:xfrm>
            <a:off x="5639641" y="425859"/>
            <a:ext cx="1361155" cy="812800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Tic-Tac-Toe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1A404E59-5AB4-9A40-C99A-1D53F4846D8E}"/>
              </a:ext>
            </a:extLst>
          </p:cNvPr>
          <p:cNvSpPr/>
          <p:nvPr/>
        </p:nvSpPr>
        <p:spPr>
          <a:xfrm>
            <a:off x="9051065" y="443106"/>
            <a:ext cx="1525187" cy="81280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To-Do App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A93B10D7-9325-27C7-ABA3-3A6D76F8950B}"/>
              </a:ext>
            </a:extLst>
          </p:cNvPr>
          <p:cNvSpPr/>
          <p:nvPr/>
        </p:nvSpPr>
        <p:spPr>
          <a:xfrm>
            <a:off x="7814757" y="431949"/>
            <a:ext cx="1525187" cy="812800"/>
          </a:xfrm>
          <a:prstGeom prst="diamond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UY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Weather App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4A88158E-0EA2-2DEA-9FEE-734F8DBEB80B}"/>
              </a:ext>
            </a:extLst>
          </p:cNvPr>
          <p:cNvSpPr/>
          <p:nvPr/>
        </p:nvSpPr>
        <p:spPr>
          <a:xfrm>
            <a:off x="10209834" y="452323"/>
            <a:ext cx="1982166" cy="812800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Basic Calculator</a:t>
            </a:r>
            <a:endParaRPr kumimoji="0" lang="en-IN" sz="1333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41912D86-38FD-3EF7-395E-B99EBC22D62C}"/>
              </a:ext>
            </a:extLst>
          </p:cNvPr>
          <p:cNvSpPr/>
          <p:nvPr/>
        </p:nvSpPr>
        <p:spPr>
          <a:xfrm>
            <a:off x="6832121" y="4662642"/>
            <a:ext cx="1696528" cy="812800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Interactive Quiz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0BB02CFA-D5DE-4EF2-9937-553144D8A107}"/>
              </a:ext>
            </a:extLst>
          </p:cNvPr>
          <p:cNvSpPr/>
          <p:nvPr/>
        </p:nvSpPr>
        <p:spPr>
          <a:xfrm>
            <a:off x="5621437" y="4680872"/>
            <a:ext cx="1497785" cy="812800"/>
          </a:xfrm>
          <a:prstGeom prst="diamond">
            <a:avLst/>
          </a:prstGeom>
          <a:solidFill>
            <a:srgbClr val="92D050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 Card Game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997F683A-88B7-7652-3A96-463D63EC080C}"/>
              </a:ext>
            </a:extLst>
          </p:cNvPr>
          <p:cNvSpPr/>
          <p:nvPr/>
        </p:nvSpPr>
        <p:spPr>
          <a:xfrm>
            <a:off x="9363681" y="4621657"/>
            <a:ext cx="1583370" cy="812800"/>
          </a:xfrm>
          <a:prstGeom prst="diamond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Blog Website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90A7FA8F-C057-BDF8-0F28-469389192083}"/>
              </a:ext>
            </a:extLst>
          </p:cNvPr>
          <p:cNvSpPr/>
          <p:nvPr/>
        </p:nvSpPr>
        <p:spPr>
          <a:xfrm>
            <a:off x="7996491" y="4664018"/>
            <a:ext cx="1786190" cy="812800"/>
          </a:xfrm>
          <a:prstGeom prst="diamond">
            <a:avLst/>
          </a:prstGeom>
          <a:solidFill>
            <a:schemeClr val="accent2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Countdown Timer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60CAEF94-9B77-3979-E633-B069BB1EE879}"/>
              </a:ext>
            </a:extLst>
          </p:cNvPr>
          <p:cNvSpPr/>
          <p:nvPr/>
        </p:nvSpPr>
        <p:spPr>
          <a:xfrm>
            <a:off x="10617713" y="4610499"/>
            <a:ext cx="1348911" cy="812800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Virtual Art gallery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CE3BA1F3-5E4C-1801-39F6-1CCF35C5302D}"/>
              </a:ext>
            </a:extLst>
          </p:cNvPr>
          <p:cNvSpPr/>
          <p:nvPr/>
        </p:nvSpPr>
        <p:spPr>
          <a:xfrm>
            <a:off x="6714489" y="5708276"/>
            <a:ext cx="1810303" cy="812800"/>
          </a:xfrm>
          <a:prstGeom prst="diamond">
            <a:avLst/>
          </a:prstGeom>
          <a:solidFill>
            <a:srgbClr val="008080"/>
          </a:solidFill>
          <a:ln w="571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Interactive Map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E70CC618-6907-633A-0575-AAAB30AA88B7}"/>
              </a:ext>
            </a:extLst>
          </p:cNvPr>
          <p:cNvSpPr/>
          <p:nvPr/>
        </p:nvSpPr>
        <p:spPr>
          <a:xfrm>
            <a:off x="5529060" y="5727012"/>
            <a:ext cx="1703668" cy="812800"/>
          </a:xfrm>
          <a:prstGeom prst="diamond">
            <a:avLst/>
          </a:prstGeom>
          <a:solidFill>
            <a:srgbClr val="C00000"/>
          </a:solidFill>
          <a:ln w="571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Interactive Story telling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CCBB33DD-4D9F-88D3-2A5D-5366E076EF4E}"/>
              </a:ext>
            </a:extLst>
          </p:cNvPr>
          <p:cNvSpPr/>
          <p:nvPr/>
        </p:nvSpPr>
        <p:spPr>
          <a:xfrm>
            <a:off x="9121586" y="5745748"/>
            <a:ext cx="1496127" cy="812800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Expense Tracker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0C100D27-05D1-DF12-4BE3-E2A1799CCFE9}"/>
              </a:ext>
            </a:extLst>
          </p:cNvPr>
          <p:cNvSpPr/>
          <p:nvPr/>
        </p:nvSpPr>
        <p:spPr>
          <a:xfrm>
            <a:off x="8038971" y="5727012"/>
            <a:ext cx="1373635" cy="812800"/>
          </a:xfrm>
          <a:prstGeom prst="diamond">
            <a:avLst/>
          </a:prstGeom>
          <a:solidFill>
            <a:srgbClr val="002060"/>
          </a:solidFill>
          <a:ln w="57150"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Slider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0FBB4F89-4902-6B95-ACFE-A0D3090F31EB}"/>
              </a:ext>
            </a:extLst>
          </p:cNvPr>
          <p:cNvSpPr/>
          <p:nvPr/>
        </p:nvSpPr>
        <p:spPr>
          <a:xfrm>
            <a:off x="10342997" y="5681110"/>
            <a:ext cx="1810303" cy="812800"/>
          </a:xfrm>
          <a:prstGeom prst="diamond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Chat Application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8B88D038-8191-6B4D-70A2-F91C1361F04C}"/>
              </a:ext>
            </a:extLst>
          </p:cNvPr>
          <p:cNvSpPr/>
          <p:nvPr/>
        </p:nvSpPr>
        <p:spPr>
          <a:xfrm>
            <a:off x="9563100" y="2480390"/>
            <a:ext cx="1398185" cy="81280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B63879B7-10EF-03B1-01B0-F110EEC142D0}"/>
              </a:ext>
            </a:extLst>
          </p:cNvPr>
          <p:cNvSpPr/>
          <p:nvPr/>
        </p:nvSpPr>
        <p:spPr>
          <a:xfrm>
            <a:off x="10821586" y="2476103"/>
            <a:ext cx="1218014" cy="812800"/>
          </a:xfrm>
          <a:prstGeom prst="diamond">
            <a:avLst/>
          </a:prstGeom>
          <a:solidFill>
            <a:srgbClr val="FF3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D8EBEB6B-7D5D-A3C7-E8D8-287777D7D493}"/>
              </a:ext>
            </a:extLst>
          </p:cNvPr>
          <p:cNvSpPr/>
          <p:nvPr/>
        </p:nvSpPr>
        <p:spPr>
          <a:xfrm>
            <a:off x="9563100" y="3596501"/>
            <a:ext cx="1342758" cy="812800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E1B065C-9A02-BCFE-4C97-B44ED4024033}"/>
              </a:ext>
            </a:extLst>
          </p:cNvPr>
          <p:cNvSpPr/>
          <p:nvPr/>
        </p:nvSpPr>
        <p:spPr>
          <a:xfrm>
            <a:off x="10737316" y="3572477"/>
            <a:ext cx="1255045" cy="812800"/>
          </a:xfrm>
          <a:prstGeom prst="diamond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Algerian" panose="04020705040A02060702" pitchFamily="82" charset="0"/>
              </a:rPr>
              <a:t>IMAGE SLIDER </a:t>
            </a:r>
            <a:r>
              <a:rPr lang="en-US" sz="3200" dirty="0">
                <a:latin typeface="Algerian" panose="04020705040A02060702" pitchFamily="82" charset="0"/>
              </a:rPr>
              <a:t>Using HTML, CSS, and JavaScript</a:t>
            </a:r>
            <a:endParaRPr lang="en-US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A Simple and Interactive Web Component</a:t>
            </a:r>
          </a:p>
        </p:txBody>
      </p:sp>
      <p:pic>
        <p:nvPicPr>
          <p:cNvPr id="2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CCC8C5F3-0DDC-03C0-E03B-C85247D81C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9658" y="6089333"/>
            <a:ext cx="4279874" cy="292994"/>
          </a:xfrm>
        </p:spPr>
        <p:txBody>
          <a:bodyPr/>
          <a:lstStyle/>
          <a:p>
            <a:r>
              <a:rPr lang="en-US" dirty="0"/>
              <a:t>Presented by: </a:t>
            </a:r>
            <a:r>
              <a:rPr lang="en-US" dirty="0">
                <a:latin typeface="Algerian" panose="04020705040A02060702" pitchFamily="82" charset="0"/>
              </a:rPr>
              <a:t>Rohit Reddy </a:t>
            </a:r>
            <a:r>
              <a:rPr lang="en-US" dirty="0" err="1">
                <a:latin typeface="Algerian" panose="04020705040A02060702" pitchFamily="82" charset="0"/>
              </a:rPr>
              <a:t>Mandadi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E8F9D9-6D90-40C5-6832-49420648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9"/>
            <a:ext cx="5896338" cy="2065241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INTRODUCTION</a:t>
            </a:r>
            <a:endParaRPr lang="en-CN" sz="3600" dirty="0">
              <a:latin typeface="Algerian" panose="04020705040A02060702" pitchFamily="8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D6538B-1A48-73D0-0FDB-71C2C58024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3737" y="2833425"/>
            <a:ext cx="6513440" cy="258396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800" dirty="0"/>
              <a:t>The </a:t>
            </a:r>
            <a:r>
              <a:rPr lang="en-US" sz="1800" b="1" dirty="0"/>
              <a:t>Image Slider</a:t>
            </a:r>
            <a:r>
              <a:rPr lang="en-US" sz="1800" dirty="0"/>
              <a:t> is a web-based component that enables users to view a collection of images in a slideshow format. This project demonstrates how to create a fully functional and responsive image slider using only core web technologies — </a:t>
            </a:r>
            <a:r>
              <a:rPr lang="en-US" sz="1800" b="1" dirty="0"/>
              <a:t>HTML</a:t>
            </a:r>
            <a:r>
              <a:rPr lang="en-US" sz="1800" dirty="0"/>
              <a:t>, </a:t>
            </a:r>
            <a:r>
              <a:rPr lang="en-US" sz="1800" b="1" dirty="0"/>
              <a:t>CSS</a:t>
            </a:r>
            <a:r>
              <a:rPr lang="en-US" sz="1800" dirty="0"/>
              <a:t>, and </a:t>
            </a:r>
            <a:r>
              <a:rPr lang="en-US" sz="1800" b="1" dirty="0"/>
              <a:t>JavaScript</a:t>
            </a:r>
            <a:r>
              <a:rPr lang="en-US" sz="1800" dirty="0"/>
              <a:t> — without relying on any external libraries or frameworks.</a:t>
            </a:r>
            <a:endParaRPr lang="en-US" altLang="zh-CN" sz="1800" dirty="0"/>
          </a:p>
        </p:txBody>
      </p:sp>
      <p:pic>
        <p:nvPicPr>
          <p:cNvPr id="4" name="Picture Placeholder 3" descr="Person using tablet">
            <a:extLst>
              <a:ext uri="{FF2B5EF4-FFF2-40B4-BE49-F238E27FC236}">
                <a16:creationId xmlns:a16="http://schemas.microsoft.com/office/drawing/2014/main" id="{3ED24B98-B22E-039A-78A4-894C6D3366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3862" y="66951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44"/>
            </a:stretch>
          </a:blipFill>
        </p:spPr>
      </p:pic>
      <p:pic>
        <p:nvPicPr>
          <p:cNvPr id="9" name="Picture Placeholder 8" descr="Man reading from iPad">
            <a:extLst>
              <a:ext uri="{FF2B5EF4-FFF2-40B4-BE49-F238E27FC236}">
                <a16:creationId xmlns:a16="http://schemas.microsoft.com/office/drawing/2014/main" id="{C4FB4637-57D8-FA9A-0D99-E8BDF238F1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2312" y="2833425"/>
            <a:ext cx="3139688" cy="3872174"/>
          </a:xfrm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50717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2CC8-535C-2CF1-7557-91DD2112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235D-453C-212B-71C1-48150C7316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688" y="254180"/>
            <a:ext cx="10504000" cy="1132258"/>
          </a:xfrm>
        </p:spPr>
        <p:txBody>
          <a:bodyPr/>
          <a:lstStyle/>
          <a:p>
            <a:r>
              <a:rPr lang="en-US" b="1" dirty="0"/>
              <a:t>🎯 </a:t>
            </a:r>
            <a:r>
              <a:rPr lang="en-US" sz="2400" b="1" dirty="0">
                <a:latin typeface="Algerian" panose="04020705040A02060702" pitchFamily="82" charset="0"/>
              </a:rPr>
              <a:t>Project Objectives: Image Slider Using HTML, CSS, and JavaScript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5F22D83-7810-C819-C6BE-2C681879E1D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/>
          <a:lstStyle/>
          <a:p>
            <a:r>
              <a:rPr lang="en-US" dirty="0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629D7-F128-ECC9-8992-E2BC3F8FE16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en-US" dirty="0"/>
              <a:t>Create a Responsive Image Slider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871B0-F476-A644-2921-27DBF0A580E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en-US" dirty="0"/>
              <a:t>Add a timer-based automatic transition between images for a slideshow effect.</a:t>
            </a:r>
            <a:endParaRPr lang="en-US" altLang="zh-C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B9490E-C3A6-6BA3-D1D5-857134A8F19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AFD7E-D358-8B39-3778-F4BB2C8C02C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en-IN" dirty="0"/>
              <a:t>Implement Smooth Transitions</a:t>
            </a:r>
            <a:endParaRPr lang="en-US" altLang="zh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355640-D896-290F-5528-9A18C59F9CF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en-US" altLang="zh-CN" dirty="0"/>
              <a:t>Focus on integrating AI and ML to enhance operational efficiency and product offerings.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5883ED1-14F5-EAE5-CD54-4EEE71D09DE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494DA-03C4-ADD6-214D-F57530D1DE2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en-IN" dirty="0"/>
              <a:t>Enable Manual Navigation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4DD18-853F-3CE1-36D8-446330CCA1F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en-US" dirty="0"/>
              <a:t>Add “Next” and “Previous” buttons to navigate through images manually.</a:t>
            </a:r>
            <a:endParaRPr lang="en-US" altLang="zh-C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EDD11EB-F4D7-FCF1-F99A-34135C021464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593648-B796-2324-E85E-0CDF1B0C366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/>
          <a:lstStyle/>
          <a:p>
            <a:r>
              <a:rPr lang="en-IN" dirty="0"/>
              <a:t>Add Auto-Sliding Functionality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CECF83-F4FC-778C-3427-F0050F7FC38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/>
          <a:lstStyle/>
          <a:p>
            <a:r>
              <a:rPr lang="en-US" dirty="0"/>
              <a:t>Include a timer to automatically change images after a few seconds.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B76664B-F6C0-CE68-BB6B-30A176A99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slider that works seamlessly across devices (desktop, tablet, mobile).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CE12C48-C547-1913-0217-09C1C517D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CSS animations or JavaScript to create smooth sliding effects between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78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29B037D-CB4B-8291-9EA3-365DD04737F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/>
          <a:lstStyle/>
          <a:p>
            <a:r>
              <a:rPr lang="en-US" dirty="0"/>
              <a:t>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BEABA-0DCE-4B81-B9F7-4781C81958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en-IN" dirty="0"/>
              <a:t>Integrate Navigation Indicators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10CDA-9672-5A56-DF3B-01613825BE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en-US" dirty="0"/>
              <a:t>Use dots or thumbnails to show the number of slides and allow direct access.</a:t>
            </a:r>
            <a:endParaRPr lang="en-US" altLang="zh-C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72E724-44B2-C2C7-8089-3022B37DD39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/>
          <a:lstStyle/>
          <a:p>
            <a:r>
              <a:rPr lang="en-US" dirty="0"/>
              <a:t>06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BE2CE-45DF-4825-1BED-9BD012FAB24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en-IN" dirty="0"/>
              <a:t>Optimize for Performance</a:t>
            </a:r>
            <a:endParaRPr lang="en-US" altLang="zh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DB403A-8211-5863-05CC-BCECB02576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en-US" dirty="0"/>
              <a:t>Use optimized images and efficient code to ensure fast loading and smooth transitions.</a:t>
            </a:r>
            <a:endParaRPr lang="en-US" altLang="zh-C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23E4B3-874C-5E65-A9D6-58E93EC97F8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/>
          <a:lstStyle/>
          <a:p>
            <a:r>
              <a:rPr lang="en-US" dirty="0"/>
              <a:t>07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7320B1-F51B-12F4-9F3A-39300376639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en-US" dirty="0"/>
              <a:t>Use Clean and Maintainable Code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EBE0E1-673B-CCFE-0CCB-D6914F86C55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en-US" dirty="0"/>
              <a:t>Structure HTML, CSS, and JavaScript for readability and future updates.</a:t>
            </a:r>
            <a:endParaRPr lang="en-US" altLang="zh-C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B1A7610-8FEA-31DA-3DBC-B9A1BDE921F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/>
          <a:lstStyle/>
          <a:p>
            <a:r>
              <a:rPr lang="en-US" dirty="0"/>
              <a:t>08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CE834F-6F71-52FE-7AAC-291620117EA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/>
          <a:lstStyle/>
          <a:p>
            <a:r>
              <a:rPr lang="en-IN" dirty="0"/>
              <a:t>Enhance UI with Styling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715309-A3C6-BDCC-65A3-9941C69627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608995" y="4485256"/>
            <a:ext cx="2965965" cy="995393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dirty="0"/>
          </a:p>
          <a:p>
            <a:pPr marL="457200" lvl="1">
              <a:buNone/>
            </a:pPr>
            <a:r>
              <a:rPr lang="en-US" sz="1400" b="0" dirty="0"/>
              <a:t>Apply visually appealing styles using CSS (e.g., shadows, borders, hover effects).</a:t>
            </a:r>
          </a:p>
        </p:txBody>
      </p:sp>
    </p:spTree>
    <p:extLst>
      <p:ext uri="{BB962C8B-B14F-4D97-AF65-F5344CB8AC3E}">
        <p14:creationId xmlns:p14="http://schemas.microsoft.com/office/powerpoint/2010/main" val="245559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EB4036-D65C-7971-663C-7C1FD90D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230" y="0"/>
            <a:ext cx="8000951" cy="1042889"/>
          </a:xfrm>
        </p:spPr>
        <p:txBody>
          <a:bodyPr anchor="ctr"/>
          <a:lstStyle/>
          <a:p>
            <a:r>
              <a:rPr lang="en-IN" dirty="0"/>
              <a:t>🛠️ </a:t>
            </a:r>
            <a:r>
              <a:rPr lang="en-IN" b="1" dirty="0">
                <a:latin typeface="Algerian" panose="04020705040A02060702" pitchFamily="82" charset="0"/>
              </a:rPr>
              <a:t>Technologies Used</a:t>
            </a:r>
            <a:r>
              <a:rPr lang="en-IN" dirty="0">
                <a:latin typeface="Algerian" panose="04020705040A02060702" pitchFamily="82" charset="0"/>
              </a:rPr>
              <a:t>: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8149E1-081E-3332-E2B6-07A171B37A8C}"/>
              </a:ext>
            </a:extLst>
          </p:cNvPr>
          <p:cNvSpPr/>
          <p:nvPr/>
        </p:nvSpPr>
        <p:spPr>
          <a:xfrm rot="2767893" flipH="1">
            <a:off x="4114611" y="1965617"/>
            <a:ext cx="3774339" cy="3755560"/>
          </a:xfrm>
          <a:custGeom>
            <a:avLst/>
            <a:gdLst>
              <a:gd name="connsiteX0" fmla="*/ 1829177 w 3774339"/>
              <a:gd name="connsiteY0" fmla="*/ 29417 h 3755560"/>
              <a:gd name="connsiteX1" fmla="*/ 29417 w 3774339"/>
              <a:gd name="connsiteY1" fmla="*/ 0 h 3755560"/>
              <a:gd name="connsiteX2" fmla="*/ 0 w 3774339"/>
              <a:gd name="connsiteY2" fmla="*/ 1799760 h 3755560"/>
              <a:gd name="connsiteX3" fmla="*/ 1799760 w 3774339"/>
              <a:gd name="connsiteY3" fmla="*/ 1829177 h 3755560"/>
              <a:gd name="connsiteX4" fmla="*/ 3761948 w 3774339"/>
              <a:gd name="connsiteY4" fmla="*/ 1943212 h 3755560"/>
              <a:gd name="connsiteX5" fmla="*/ 1961991 w 3774339"/>
              <a:gd name="connsiteY5" fmla="*/ 1955603 h 3755560"/>
              <a:gd name="connsiteX6" fmla="*/ 1974382 w 3774339"/>
              <a:gd name="connsiteY6" fmla="*/ 3755560 h 3755560"/>
              <a:gd name="connsiteX7" fmla="*/ 3774339 w 3774339"/>
              <a:gd name="connsiteY7" fmla="*/ 3743169 h 3755560"/>
              <a:gd name="connsiteX8" fmla="*/ 3714448 w 3774339"/>
              <a:gd name="connsiteY8" fmla="*/ 57236 h 3755560"/>
              <a:gd name="connsiteX9" fmla="*/ 1914448 w 3774339"/>
              <a:gd name="connsiteY9" fmla="*/ 57236 h 3755560"/>
              <a:gd name="connsiteX10" fmla="*/ 1914448 w 3774339"/>
              <a:gd name="connsiteY10" fmla="*/ 1857236 h 3755560"/>
              <a:gd name="connsiteX11" fmla="*/ 3714448 w 3774339"/>
              <a:gd name="connsiteY11" fmla="*/ 1857236 h 375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74339" h="3755560">
                <a:moveTo>
                  <a:pt x="1829177" y="29417"/>
                </a:moveTo>
                <a:lnTo>
                  <a:pt x="29417" y="0"/>
                </a:lnTo>
                <a:lnTo>
                  <a:pt x="0" y="1799760"/>
                </a:lnTo>
                <a:lnTo>
                  <a:pt x="1799760" y="1829177"/>
                </a:lnTo>
                <a:close/>
                <a:moveTo>
                  <a:pt x="3761948" y="1943212"/>
                </a:moveTo>
                <a:lnTo>
                  <a:pt x="1961991" y="1955603"/>
                </a:lnTo>
                <a:lnTo>
                  <a:pt x="1974382" y="3755560"/>
                </a:lnTo>
                <a:lnTo>
                  <a:pt x="3774339" y="3743169"/>
                </a:lnTo>
                <a:close/>
                <a:moveTo>
                  <a:pt x="3714448" y="57236"/>
                </a:moveTo>
                <a:lnTo>
                  <a:pt x="1914448" y="57236"/>
                </a:lnTo>
                <a:lnTo>
                  <a:pt x="1914448" y="1857236"/>
                </a:lnTo>
                <a:lnTo>
                  <a:pt x="3714448" y="185723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6B1B5-AAB3-4D65-F49F-D095F35DC8F3}"/>
              </a:ext>
            </a:extLst>
          </p:cNvPr>
          <p:cNvSpPr txBox="1"/>
          <p:nvPr/>
        </p:nvSpPr>
        <p:spPr>
          <a:xfrm>
            <a:off x="6616461" y="1446428"/>
            <a:ext cx="395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HTML </a:t>
            </a:r>
            <a:r>
              <a:rPr lang="en-US" dirty="0"/>
              <a:t>– For structure and content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45F0FF-9B4D-B0BE-1CF9-50E8F89EF58E}"/>
              </a:ext>
            </a:extLst>
          </p:cNvPr>
          <p:cNvSpPr txBox="1"/>
          <p:nvPr/>
        </p:nvSpPr>
        <p:spPr>
          <a:xfrm>
            <a:off x="7925876" y="4383219"/>
            <a:ext cx="4150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JavaScript </a:t>
            </a:r>
            <a:r>
              <a:rPr lang="en-US" dirty="0"/>
              <a:t>– For interactivity and logic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971D49-B0D5-23F9-43BE-42A005FD5E15}"/>
              </a:ext>
            </a:extLst>
          </p:cNvPr>
          <p:cNvSpPr txBox="1"/>
          <p:nvPr/>
        </p:nvSpPr>
        <p:spPr>
          <a:xfrm>
            <a:off x="605158" y="4415263"/>
            <a:ext cx="3660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CSS </a:t>
            </a:r>
            <a:r>
              <a:rPr lang="en-US" dirty="0"/>
              <a:t>– For styling and transitions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D2EF433-0D2D-6194-40AC-D22BEB90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845" y="1958094"/>
            <a:ext cx="1179871" cy="11798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5B74BD-1924-C4CA-8955-027F59144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478" y="3134522"/>
            <a:ext cx="1997915" cy="12486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AB824F-B9E8-E524-3878-99A7A9591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12" y="3264548"/>
            <a:ext cx="1069688" cy="11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2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9EC3-75EC-2A5C-7C97-36156D59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62" y="306876"/>
            <a:ext cx="10504000" cy="489536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HTML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6E15D2-8121-059F-2DE4-3BBF158D7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66" y="781664"/>
            <a:ext cx="6663672" cy="60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4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813D-405F-0B2F-4713-3F91F94E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980A-D076-69E7-9AF3-8120CCC8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57" y="436662"/>
            <a:ext cx="10504000" cy="489536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CSS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5E5C7-D59F-31AB-68FA-B8BC90489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6" y="973393"/>
            <a:ext cx="4813483" cy="5766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38B8BC-CF5E-C406-A81B-8ECC171D6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68" y="973393"/>
            <a:ext cx="4894736" cy="581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5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D020-C8E9-5D40-403A-C3267C94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2BE3-866C-9A55-3D10-A8026174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57" y="436662"/>
            <a:ext cx="10504000" cy="489536"/>
          </a:xfrm>
        </p:spPr>
        <p:txBody>
          <a:bodyPr/>
          <a:lstStyle/>
          <a:p>
            <a:r>
              <a:rPr lang="en-IN" dirty="0" err="1">
                <a:latin typeface="Algerian" panose="04020705040A02060702" pitchFamily="82" charset="0"/>
              </a:rPr>
              <a:t>Javascript</a:t>
            </a:r>
            <a:r>
              <a:rPr lang="en-IN" dirty="0">
                <a:latin typeface="Algerian" panose="04020705040A02060702" pitchFamily="82" charset="0"/>
              </a:rPr>
              <a:t>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324B4-C720-1125-B928-952A18FD8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1020587"/>
            <a:ext cx="8011323" cy="577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9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3419A38-0425-3124-C32B-0502FDC6C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94" y="816634"/>
            <a:ext cx="10472468" cy="526211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FF339A0-C95E-42B5-50AE-662A79A85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62" y="306876"/>
            <a:ext cx="10504000" cy="489536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OUTput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47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01D9-F9C7-E915-1F36-DA213ADD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52" y="47060"/>
            <a:ext cx="5896338" cy="855541"/>
          </a:xfrm>
        </p:spPr>
        <p:txBody>
          <a:bodyPr/>
          <a:lstStyle/>
          <a:p>
            <a:r>
              <a:rPr lang="en-US" sz="2000" dirty="0">
                <a:latin typeface="Algerian" panose="04020705040A02060702" pitchFamily="82" charset="0"/>
              </a:rPr>
              <a:t>demo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B2DEC-C392-2081-67FD-773F7B7B4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565" y="356559"/>
            <a:ext cx="3748183" cy="569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66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descr="two business partner holding hands.">
            <a:extLst>
              <a:ext uri="{FF2B5EF4-FFF2-40B4-BE49-F238E27FC236}">
                <a16:creationId xmlns:a16="http://schemas.microsoft.com/office/drawing/2014/main" id="{A837A44D-98F0-890D-B689-C64A727AC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4184171" cy="95481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 sz="3200" dirty="0">
                <a:latin typeface="Algerian" panose="04020705040A02060702" pitchFamily="82" charset="0"/>
              </a:rPr>
              <a:t>Social Media Links</a:t>
            </a:r>
            <a:endParaRPr lang="en-CN" sz="3200" dirty="0">
              <a:latin typeface="Algerian" panose="04020705040A02060702" pitchFamily="82" charset="0"/>
            </a:endParaRPr>
          </a:p>
        </p:txBody>
      </p:sp>
      <p:sp>
        <p:nvSpPr>
          <p:cNvPr id="2" name="Text Placeholder 1" descr="two business partner holding hands.">
            <a:extLst>
              <a:ext uri="{FF2B5EF4-FFF2-40B4-BE49-F238E27FC236}">
                <a16:creationId xmlns:a16="http://schemas.microsoft.com/office/drawing/2014/main" id="{AAB31522-DFE5-93FC-1AD3-FD4E655ED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7324" y="2446787"/>
            <a:ext cx="6896100" cy="131500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Company's Governance Structure and CSR Initiatives</a:t>
            </a:r>
          </a:p>
        </p:txBody>
      </p:sp>
    </p:spTree>
    <p:extLst>
      <p:ext uri="{BB962C8B-B14F-4D97-AF65-F5344CB8AC3E}">
        <p14:creationId xmlns:p14="http://schemas.microsoft.com/office/powerpoint/2010/main" val="2703607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215DBC-5D74-7158-E1CC-6D8A61C1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20"/>
            <a:ext cx="3494314" cy="1221168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468BE-E9D1-11B5-98A6-AC6AC963C5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2423" y="2122098"/>
            <a:ext cx="10295577" cy="23348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Image Slider project successfully demonstrates how </a:t>
            </a:r>
            <a:r>
              <a:rPr lang="en-US" sz="2000" b="1" dirty="0"/>
              <a:t>HTML, CSS, and JavaScript </a:t>
            </a:r>
            <a:r>
              <a:rPr lang="en-US" sz="2000" dirty="0"/>
              <a:t>can be integrated to create an interactive and visually appealing user interface component. This slider allows users to seamlessly navigate through a collection of images with forward and backward navigation controls. The implementation emphasizes responsive design, smooth transitions, and a clean layout, making it a great feature for modern web applications and portfolios.</a:t>
            </a:r>
          </a:p>
        </p:txBody>
      </p:sp>
    </p:spTree>
    <p:extLst>
      <p:ext uri="{BB962C8B-B14F-4D97-AF65-F5344CB8AC3E}">
        <p14:creationId xmlns:p14="http://schemas.microsoft.com/office/powerpoint/2010/main" val="1200752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1E5F-E7C2-5972-B6CE-5F2598E9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9B28-C6FA-9303-79E0-6072C5FF20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688" y="254180"/>
            <a:ext cx="10504000" cy="113225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5E764B-957E-F2C2-5349-4870B45EA2C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63E0C-07DA-92FE-80AA-24C3915F535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en-IN" b="1" dirty="0"/>
              <a:t>Auto Slide Feature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2A03D-8502-E6D9-9304-D685A51E34E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en-US" dirty="0"/>
              <a:t>Add a timer-based automatic transition between images for a slideshow effect.</a:t>
            </a:r>
            <a:endParaRPr lang="en-US" altLang="zh-C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E1CE751-DD4C-E71F-EF31-AE8DD6F53EE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2960C-264A-2951-6B15-838E3A8864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en-IN" b="1" dirty="0"/>
              <a:t>Dynamic Image Loading</a:t>
            </a:r>
            <a:endParaRPr lang="en-US" altLang="zh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9C58E0-66E0-505D-44F3-F724F993553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en-US" altLang="zh-CN" dirty="0"/>
              <a:t>Focus on integrating AI and ML to enhance operational efficiency and product offerings.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F09F920-FD84-F8D0-9B96-2D1C9181540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C441F6-5BEC-2AA1-B11A-632E85741E5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en-IN" b="1" dirty="0"/>
              <a:t>Transition Effects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38291E-4BF5-63A0-D18D-0576F7AF5AC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en-US" dirty="0"/>
              <a:t>Add more advanced CSS or JS-based animations like fade, zoom, or slide-in effects.</a:t>
            </a:r>
            <a:endParaRPr lang="en-US" altLang="zh-CN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5C295E3-BA10-535F-DBC5-0032B9C5D9E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833388-9239-ADE0-9967-F6549154743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/>
          <a:lstStyle/>
          <a:p>
            <a:r>
              <a:rPr lang="en-IN" b="1" dirty="0"/>
              <a:t>Touch/Swipe Support</a:t>
            </a:r>
            <a:r>
              <a:rPr lang="en-IN" dirty="0"/>
              <a:t> 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AF5783-0293-5F0D-EF50-FEB08804497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/>
          <a:lstStyle/>
          <a:p>
            <a:r>
              <a:rPr lang="en-US" dirty="0"/>
              <a:t>Enhance mobile usability by enabling swipe gestures for navigation.</a:t>
            </a:r>
          </a:p>
        </p:txBody>
      </p:sp>
    </p:spTree>
    <p:extLst>
      <p:ext uri="{BB962C8B-B14F-4D97-AF65-F5344CB8AC3E}">
        <p14:creationId xmlns:p14="http://schemas.microsoft.com/office/powerpoint/2010/main" val="336076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476" y="1153634"/>
            <a:ext cx="5184248" cy="4550732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/>
          </a:p>
        </p:txBody>
      </p:sp>
      <p:pic>
        <p:nvPicPr>
          <p:cNvPr id="5" name="Picture Placeholder 4" descr="Modern glass building in black and white.">
            <a:extLst>
              <a:ext uri="{FF2B5EF4-FFF2-40B4-BE49-F238E27FC236}">
                <a16:creationId xmlns:a16="http://schemas.microsoft.com/office/drawing/2014/main" id="{73988C3C-9CF5-8861-742A-E259DD36B9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6256866" cy="6858000"/>
          </a:xfrm>
        </p:spPr>
      </p:pic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574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Algerian</vt:lpstr>
      <vt:lpstr>Aptos</vt:lpstr>
      <vt:lpstr>Arial</vt:lpstr>
      <vt:lpstr>Arial Black</vt:lpstr>
      <vt:lpstr>Calibri</vt:lpstr>
      <vt:lpstr>Calibri Light</vt:lpstr>
      <vt:lpstr>Franklin Gothic Heavy</vt:lpstr>
      <vt:lpstr>Times New Roman</vt:lpstr>
      <vt:lpstr>Custom</vt:lpstr>
      <vt:lpstr>Office Theme</vt:lpstr>
      <vt:lpstr>Unified mentor Front-End Development Internship : </vt:lpstr>
      <vt:lpstr>IMAGE SLIDER Using HTML, CSS, and JavaScript</vt:lpstr>
      <vt:lpstr>INTRODUCTION</vt:lpstr>
      <vt:lpstr>🎯 Project Objectives: Image Slider Using HTML, CSS, and JavaScript</vt:lpstr>
      <vt:lpstr>PowerPoint Presentation</vt:lpstr>
      <vt:lpstr>🛠️ Technologies Used:</vt:lpstr>
      <vt:lpstr>HTML Structure</vt:lpstr>
      <vt:lpstr>CSS Structure</vt:lpstr>
      <vt:lpstr>Javascript Structure</vt:lpstr>
      <vt:lpstr>OUTput</vt:lpstr>
      <vt:lpstr>demo</vt:lpstr>
      <vt:lpstr>Social Media Links</vt:lpstr>
      <vt:lpstr>conclusion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ROHIT  MANDADI</cp:lastModifiedBy>
  <cp:revision>6</cp:revision>
  <dcterms:modified xsi:type="dcterms:W3CDTF">2025-05-18T01:57:19Z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